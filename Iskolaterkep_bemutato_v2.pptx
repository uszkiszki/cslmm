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Iskolatérkép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Teremkereső és útvonaltervező az iskola épületéhez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3291840"/>
            <a:ext cx="3749040" cy="45720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32918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Állapot: még nincs kész, fejlesztés alatt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20840" y="109728"/>
            <a:ext cx="2148840" cy="292608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720840" y="10972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Munkában – nincs még kész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ez a projekt?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Böngészőben futó térkép az iskola légifotójára építve: bárki megkeresheti a termet vagy a tanárt, és útvonalat kap hozzá.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5146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383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terem összesen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228600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91840" y="25146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3383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szint: földszint, 1. és 2. emelet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228600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35040" y="25146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3383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fájl, telepítés nélkül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20840" y="109728"/>
            <a:ext cx="2148840" cy="292608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720840" y="10972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Munkában – nincs még kész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Így néz ki most</a:t>
            </a:r>
            <a:endParaRPr lang="en-US" sz="2800" dirty="0"/>
          </a:p>
        </p:txBody>
      </p:sp>
      <p:pic>
        <p:nvPicPr>
          <p:cNvPr id="5" name="Image 0" descr="/home/claude/s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394960" cy="30540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17920" y="1371600"/>
            <a:ext cx="2468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Emeletváltó és kereső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Nagyítható, húzható térkép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Teremre kattintva: adatlap és útvonal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útvonal az épületszárnyak folyosóit követi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20840" y="109728"/>
            <a:ext cx="2148840" cy="292608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720840" y="10972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Munkában – nincs még kész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 már működik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Keresés teremszám vagy tanár neve alapján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Három szint külön nézete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Útvonal a folyosók mentén, lépésről lépésre (irány, távolság, oldal)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Emeletváltás a lépcsőn keresztül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Szerkesztő mód: a jelölők húzhatók, a pozíciók mentődnek és exportálhatók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Teremenként megadható befogadóképesség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Sematikus 3D nézet az épületről (még tesztelendő)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20840" y="109728"/>
            <a:ext cx="2148840" cy="292608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720840" y="10972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Munkában – nincs még kész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Még megoldandó (1): nagyításnál homályos</a:t>
            </a:r>
            <a:endParaRPr lang="en-US" sz="2800" dirty="0"/>
          </a:p>
        </p:txBody>
      </p:sp>
      <p:pic>
        <p:nvPicPr>
          <p:cNvPr id="5" name="Image 0" descr="/home/claude/s_zo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4023360" cy="32552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846320" y="137160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légifotó csak 642×521 képpont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Nagyításkor a képpontok csak nagyobbak lesznek, részletet nem kapunk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Javítás: nagyobb felbontású légifotó vagy csempés térkép használata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20840" y="109728"/>
            <a:ext cx="2148840" cy="292608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720840" y="10972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Munkában – nincs még kész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Még megoldandó (2): a termek elrendezése</a:t>
            </a:r>
            <a:endParaRPr lang="en-US" sz="2800" dirty="0"/>
          </a:p>
        </p:txBody>
      </p:sp>
      <p:pic>
        <p:nvPicPr>
          <p:cNvPr id="5" name="Image 0" descr="/home/claude/s_ar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4023360" cy="32552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846320" y="137160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termek most automatikusan, a teremszámok sorrendjében kerülnek az épületszárnyakra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 nem a valódi elrendezés, a jelölők nincsenek a termek tényleges helyén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Javítás: a szerkesztő móddal minden jelölő a valódi helyére húzható (jelenleg 0/86 elhelyezve)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20840" y="109728"/>
            <a:ext cx="2148840" cy="292608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720840" y="10972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Munkában – nincs még kész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Lehetséges bővítés: 3D körbenézés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Még nem eldöntött, csak ötlet: a teremre kattintva a felhasználó körbenézhetne a folyosón vagy a teremben. Egy sematikus 3D nézet már bekerült az alkalmazásba.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lesz rá igény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260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Teremhez vagy folyosóhoz kötött körbenézés a részletek panelben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228600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7472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Előfeltétel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9260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Előbb a termek pontos elhelyezése és a jobb felbontású térkép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228600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Még nyitott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9260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Milyen formában készüljön: sematikus modell vagy valódi fotók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Következő lépések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45920"/>
            <a:ext cx="7863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Nagyobb felbontású légifotó, hogy nagyításnál ne homályosodjon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Termek valódi helyének megadása szintenként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Döntés a 3D körbenézésről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Tesztelés diákokkal és tanárokkal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2026-09-28T07:32:22Z</dcterms:created>
  <dcterms:modified xsi:type="dcterms:W3CDTF">2026-09-28T07:32:22Z</dcterms:modified>
</cp:coreProperties>
</file>